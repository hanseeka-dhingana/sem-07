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22FB-86D3-D7D0-0E4A-6AB9533F9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D3AFB-256F-0CD7-A873-5C621115E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2F291-1471-6C80-B810-DCAE992D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F9D0A-93EA-0E4A-9CBD-9F98922D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4674E-B9C2-B31B-FB83-A249706F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5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6DA9-28EB-4846-22E4-A4B4C2BF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B012-E7FB-BE91-5652-28ED584D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51507-E628-A9D9-1A0A-AB6408B4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F6B74-D200-FC3F-94F6-656033E2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73E7-3E7B-845E-9163-5DD7883E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5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8E305-8ED9-A0DF-B44D-0E67B1DB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48B1F-D244-F2D6-880F-A59091CA3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EE99-DBC0-2684-AC47-2F2D06B9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9E032-4E37-B8A6-2220-98A5ED25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60F0-DA5D-D169-06B6-BE8911DD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3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E05F-8786-B216-F4AA-CD8851EA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F580-6D2C-B341-7CFA-6912E91AE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4A364-BBAF-5FC0-A94F-36BAC2A4A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F640C-04B8-AB99-D8EE-E4934106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A64DA-7684-99CD-5A15-3C94F764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F021-63AF-5D0F-CA8D-8D5D9E0D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9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793E-E49E-CA70-35B4-2D5A6E92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C5052-B6CF-F1E6-CFB1-201D4AA6C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5D23B-B5F1-A34D-911C-132BABAC5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B1512-D5B4-F408-0692-E6B081F3B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34527-46D7-783B-BB6D-4C682A333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FF807-D12D-6327-CEF4-7EBC45C1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A2C6B-43D1-CA4C-350A-D7B24FB5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6B58F-70E6-16DD-466B-B4B5146D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5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62D7-20D5-DB7D-7D91-E1C93E5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1AEBC-2CD8-A977-5384-00229966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58639-D715-D2E4-A796-C3B4E1DF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D8069-DDCE-D680-E3F5-2F56ADE7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7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9E8F8-274E-19D1-14AB-43D5556A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D2A27-B32D-FE2C-37A5-EC9B9B63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AF886-49DA-52AC-7778-F6CDDCEA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0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DB87-8077-11DD-F896-E48307C6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ECEC-F9EB-63BC-BD7C-64B78FD80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50E5D-58CA-0FDF-64CE-F13941F34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4E9D-260E-42D3-B946-78F085A8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8B84-4628-709B-0883-0E9A53DD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983E4-2645-E7EC-3F4B-D0687D65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3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4D1F-9A1A-740B-A4CC-3DD9CFA9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637EA-D90D-6C9F-6962-B48A88DCD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C55F0-C841-DFF1-B606-2639C6B26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4EE2C-0473-0EBF-FAE6-8730D63F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A90E1-9764-59B8-D2A2-F75B80A6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57460-5F5F-3235-8F27-DAF147C7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6960-B616-0E06-2E48-7F9D94E2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235C0-3505-7DE5-2691-427198E5D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BB05-11EB-217A-E930-B6C370A2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222C-1B6C-E0B7-F8EC-6EB05322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63A8-E66B-AD47-A9A3-7FC11F6D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4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0A189-A7F2-9C74-AD69-93730437B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07E97-46EB-175B-BFA6-7D7DE945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A2D1-32AB-DA69-61B9-F8E3DDB8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1B140-F824-5B73-1674-B14EE3EC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022E-6605-7DB0-43F4-C160970C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2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A56F2-A6A0-A181-704E-90927DEE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4AE37-C8A2-584A-5B4F-C027FF31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0E21-21E9-CDE4-3EC7-58E9BF0CB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5732C-3760-473B-AE35-0C6D9B38559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4706C-656A-44D5-0CF3-48CBBD090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32D4D-ABE2-F1EC-4C43-80F49C063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CCF31-CE63-4EE6-B91C-3CEA74C77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8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D178E-9FA7-1989-A39B-B7F7CD54E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715" y="643467"/>
            <a:ext cx="784656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2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C290E-B620-67A0-6D81-CC20F315F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26" y="643467"/>
            <a:ext cx="760554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4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tep-stone method with text&#10;&#10;Description automatically generated">
            <a:extLst>
              <a:ext uri="{FF2B5EF4-FFF2-40B4-BE49-F238E27FC236}">
                <a16:creationId xmlns:a16="http://schemas.microsoft.com/office/drawing/2014/main" id="{8E7AA6EC-2981-BFC2-F79A-D6CD11BD4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60" y="643467"/>
            <a:ext cx="757968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2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numbers and a green and blue text&#10;&#10;Description automatically generated with medium confidence">
            <a:extLst>
              <a:ext uri="{FF2B5EF4-FFF2-40B4-BE49-F238E27FC236}">
                <a16:creationId xmlns:a16="http://schemas.microsoft.com/office/drawing/2014/main" id="{4853FD89-4736-7951-172C-1F9C1B6D3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725" y="643467"/>
            <a:ext cx="776454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6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different colored squares&#10;&#10;Description automatically generated">
            <a:extLst>
              <a:ext uri="{FF2B5EF4-FFF2-40B4-BE49-F238E27FC236}">
                <a16:creationId xmlns:a16="http://schemas.microsoft.com/office/drawing/2014/main" id="{28E8A5DD-9634-9510-93A5-3A1E21284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26" y="643467"/>
            <a:ext cx="760554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9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steps and numbers&#10;&#10;Description automatically generated with medium confidence">
            <a:extLst>
              <a:ext uri="{FF2B5EF4-FFF2-40B4-BE49-F238E27FC236}">
                <a16:creationId xmlns:a16="http://schemas.microsoft.com/office/drawing/2014/main" id="{A313005E-BC85-DFE6-C225-53F15B1F4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25" y="643467"/>
            <a:ext cx="733034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tep-stone method&#10;&#10;Description automatically generated">
            <a:extLst>
              <a:ext uri="{FF2B5EF4-FFF2-40B4-BE49-F238E27FC236}">
                <a16:creationId xmlns:a16="http://schemas.microsoft.com/office/drawing/2014/main" id="{EF102639-36A8-B96A-AC92-3D77E3EE9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26" y="643467"/>
            <a:ext cx="760554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steps and steps&#10;&#10;Description automatically generated with medium confidence">
            <a:extLst>
              <a:ext uri="{FF2B5EF4-FFF2-40B4-BE49-F238E27FC236}">
                <a16:creationId xmlns:a16="http://schemas.microsoft.com/office/drawing/2014/main" id="{E112C2C2-1502-DD29-5054-85965317A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006" y="643467"/>
            <a:ext cx="7553987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7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tep-stone method with text&#10;&#10;Description automatically generated">
            <a:extLst>
              <a:ext uri="{FF2B5EF4-FFF2-40B4-BE49-F238E27FC236}">
                <a16:creationId xmlns:a16="http://schemas.microsoft.com/office/drawing/2014/main" id="{7A96A5DC-F8E5-DD48-8B65-A304DBEA4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205" y="643467"/>
            <a:ext cx="773759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1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steps and steps&#10;&#10;Description automatically generated">
            <a:extLst>
              <a:ext uri="{FF2B5EF4-FFF2-40B4-BE49-F238E27FC236}">
                <a16:creationId xmlns:a16="http://schemas.microsoft.com/office/drawing/2014/main" id="{B9713395-B158-49AB-E1FC-4A6BD187C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02" y="643467"/>
            <a:ext cx="763159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1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tep-stone method&#10;&#10;Description automatically generated">
            <a:extLst>
              <a:ext uri="{FF2B5EF4-FFF2-40B4-BE49-F238E27FC236}">
                <a16:creationId xmlns:a16="http://schemas.microsoft.com/office/drawing/2014/main" id="{CCAA9B29-DE88-143D-6196-97E6A741C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481" y="643467"/>
            <a:ext cx="781903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81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BAB062D3-30A3-C7EC-120B-160ED312A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26" y="643467"/>
            <a:ext cx="760554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6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hart with numbers and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5E63A6FF-EE7A-4727-08C6-289357268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715" y="643467"/>
            <a:ext cx="784656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54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9489946-9734-888C-B06A-10C003351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7" y="643467"/>
            <a:ext cx="768422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63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warehouse&#10;&#10;Description automatically generated">
            <a:extLst>
              <a:ext uri="{FF2B5EF4-FFF2-40B4-BE49-F238E27FC236}">
                <a16:creationId xmlns:a16="http://schemas.microsoft.com/office/drawing/2014/main" id="{BC8869C6-7B5B-ADB8-BD94-2EFDF7D9C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87" y="643467"/>
            <a:ext cx="768422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13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IFTIKHAR BHUTTO</dc:creator>
  <cp:lastModifiedBy>IFTIKHAR BHUTTO</cp:lastModifiedBy>
  <cp:revision>1</cp:revision>
  <dcterms:created xsi:type="dcterms:W3CDTF">2024-10-02T10:13:02Z</dcterms:created>
  <dcterms:modified xsi:type="dcterms:W3CDTF">2024-10-02T10:17:37Z</dcterms:modified>
</cp:coreProperties>
</file>